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2" r:id="rId6"/>
    <p:sldId id="283" r:id="rId7"/>
    <p:sldId id="284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Noto Serif CJK SC</vt:lpstr>
      <vt:lpstr>Segoe Print</vt:lpstr>
      <vt:lpstr>Noto Serif CJK SC</vt:lpstr>
      <vt:lpstr>Noto Serif CJK SC</vt:lpstr>
      <vt:lpstr>微软雅黑</vt:lpstr>
      <vt:lpstr>Arial Unicode MS</vt:lpstr>
      <vt:lpstr>Calibri</vt:lpstr>
      <vt:lpstr>MingLiU-ExtB</vt:lpstr>
      <vt:lpstr>Prima Serif Std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ZY P</dc:creator>
  <cp:lastModifiedBy>啦啦啦ฅฅ　</cp:lastModifiedBy>
  <cp:revision>7</cp:revision>
  <dcterms:created xsi:type="dcterms:W3CDTF">2023-08-09T12:44:00Z</dcterms:created>
  <dcterms:modified xsi:type="dcterms:W3CDTF">2026-07-06T15:26:16Z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3A78096FBC6F4BB5B2E0E328D86C2AB6_13</vt:lpwstr>
  </property>
</Properties>
</file>